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25293fd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25293fd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25293fd6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25293fd6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25293fd6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25293fd6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25293fd6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25293fd6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25293fd6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25293fd6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25293fd6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25293fd6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25293fd6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25293fd6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25293fd6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25293fd6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25293fd6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25293fd6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2091875" y="1545450"/>
            <a:ext cx="46197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期末專題:記帳系統 + 圖表</a:t>
            </a:r>
            <a:endParaRPr sz="3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45250" y="2571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111534118</a:t>
            </a:r>
            <a:r>
              <a:rPr lang="zh-TW">
                <a:solidFill>
                  <a:schemeClr val="dk1"/>
                </a:solidFill>
              </a:rPr>
              <a:t>馬宇承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45025"/>
            <a:ext cx="8520600" cy="44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7808"/>
              <a:buFont typeface="Arial"/>
              <a:buNone/>
            </a:pPr>
            <a:r>
              <a:rPr b="1" lang="zh-TW" sz="1622"/>
              <a:t>一、基本記帳功能</a:t>
            </a:r>
            <a:endParaRPr b="1" sz="1622"/>
          </a:p>
          <a:p>
            <a:pPr indent="-30987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✅ </a:t>
            </a:r>
            <a:r>
              <a:rPr b="1" lang="zh-TW" sz="1422"/>
              <a:t>支出 / 收入 記錄</a:t>
            </a:r>
            <a:br>
              <a:rPr b="1" lang="zh-TW" sz="1422"/>
            </a:br>
            <a:endParaRPr b="1"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✅ 可輸入 </a:t>
            </a:r>
            <a:r>
              <a:rPr b="1" lang="zh-TW" sz="1422"/>
              <a:t>日期、類型、類別、金額、備註</a:t>
            </a:r>
            <a:br>
              <a:rPr b="1" lang="zh-TW" sz="1422"/>
            </a:br>
            <a:endParaRPr b="1"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✅ 支援不同類別（例如：購物、打工…）</a:t>
            </a:r>
            <a:br>
              <a:rPr lang="zh-TW" sz="1422"/>
            </a:br>
            <a:endParaRPr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✅ 可即時新增記錄</a:t>
            </a:r>
            <a:endParaRPr sz="1422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622"/>
              <a:t>二、圖片附加（發票 / 收據）</a:t>
            </a:r>
            <a:endParaRPr b="1" sz="1622"/>
          </a:p>
          <a:p>
            <a:pPr indent="-30987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📸 每筆記帳可以 </a:t>
            </a:r>
            <a:r>
              <a:rPr b="1" lang="zh-TW" sz="1422"/>
              <a:t>附加圖片</a:t>
            </a:r>
            <a:br>
              <a:rPr b="1" lang="zh-TW" sz="1422"/>
            </a:br>
            <a:endParaRPr b="1"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📸 支援查看圖片（適合存發票、收據）</a:t>
            </a:r>
            <a:br>
              <a:rPr lang="zh-TW" sz="1422"/>
            </a:br>
            <a:endParaRPr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📸 圖片路徑會一起存起來，不怕找不到</a:t>
            </a:r>
            <a:endParaRPr sz="1422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287050" y="426550"/>
            <a:ext cx="8520600" cy="43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7808"/>
              <a:buFont typeface="Arial"/>
              <a:buNone/>
            </a:pPr>
            <a:r>
              <a:rPr b="1" lang="zh-TW" sz="1622"/>
              <a:t>三、記錄管理</a:t>
            </a:r>
            <a:endParaRPr b="1" sz="1622"/>
          </a:p>
          <a:p>
            <a:pPr indent="-30987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📋 下方有 </a:t>
            </a:r>
            <a:r>
              <a:rPr b="1" lang="zh-TW" sz="1422"/>
              <a:t>完整記帳列表</a:t>
            </a:r>
            <a:br>
              <a:rPr b="1" lang="zh-TW" sz="1422"/>
            </a:br>
            <a:endParaRPr b="1"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✏️ 可 </a:t>
            </a:r>
            <a:r>
              <a:rPr b="1" lang="zh-TW" sz="1422"/>
              <a:t>編輯選定記錄</a:t>
            </a:r>
            <a:br>
              <a:rPr b="1" lang="zh-TW" sz="1422"/>
            </a:br>
            <a:endParaRPr b="1"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🗑️ 可 </a:t>
            </a:r>
            <a:r>
              <a:rPr b="1" lang="zh-TW" sz="1422"/>
              <a:t>刪除選定記錄</a:t>
            </a:r>
            <a:br>
              <a:rPr b="1" lang="zh-TW" sz="1422"/>
            </a:br>
            <a:endParaRPr b="1"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👁️ 可 </a:t>
            </a:r>
            <a:r>
              <a:rPr b="1" lang="zh-TW" sz="1422"/>
              <a:t>查看該筆的附加圖片</a:t>
            </a:r>
            <a:endParaRPr b="1" sz="1422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622"/>
              <a:t>四、日期區間篩選</a:t>
            </a:r>
            <a:endParaRPr b="1" sz="1622"/>
          </a:p>
          <a:p>
            <a:pPr indent="-30987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🔍 可設定 </a:t>
            </a:r>
            <a:r>
              <a:rPr b="1" lang="zh-TW" sz="1422"/>
              <a:t>開始日期 / 結束日期</a:t>
            </a:r>
            <a:br>
              <a:rPr b="1" lang="zh-TW" sz="1422"/>
            </a:br>
            <a:endParaRPr b="1"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🔍 一鍵篩選指定時間內的記帳資料</a:t>
            </a:r>
            <a:br>
              <a:rPr lang="zh-TW" sz="1422"/>
            </a:br>
            <a:endParaRPr sz="1422"/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1422"/>
              <a:t>🔄 可清除篩選，回到全部資料</a:t>
            </a:r>
            <a:endParaRPr sz="1422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237775" y="444900"/>
            <a:ext cx="8520600" cy="46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/>
              <a:t>五、即時計算總額</a:t>
            </a:r>
            <a:endParaRPr b="1" sz="16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💰 </a:t>
            </a:r>
            <a:r>
              <a:rPr b="1" lang="zh-TW" sz="1400"/>
              <a:t>總收入</a:t>
            </a:r>
            <a:br>
              <a:rPr b="1" lang="zh-TW" sz="1400"/>
            </a:b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💸 </a:t>
            </a:r>
            <a:r>
              <a:rPr b="1" lang="zh-TW" sz="1400"/>
              <a:t>總支出</a:t>
            </a:r>
            <a:br>
              <a:rPr b="1" lang="zh-TW" sz="1400"/>
            </a:b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📊 </a:t>
            </a:r>
            <a:r>
              <a:rPr b="1" lang="zh-TW" sz="1400"/>
              <a:t>結餘金額（自動計算）</a:t>
            </a:r>
            <a:br>
              <a:rPr b="1" lang="zh-TW" sz="1400"/>
            </a:b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數字即時更新，不用自己算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zh-TW" sz="1600"/>
              <a:t> 六、圖表分析功能</a:t>
            </a:r>
            <a:endParaRPr b="1" sz="16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zh-TW" sz="1400"/>
              <a:t>📊 </a:t>
            </a:r>
            <a:r>
              <a:rPr b="1" lang="zh-TW" sz="1400"/>
              <a:t>各類別支出圓餅圖</a:t>
            </a:r>
            <a:br>
              <a:rPr b="1" lang="zh-TW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ctrTitle"/>
          </p:nvPr>
        </p:nvSpPr>
        <p:spPr>
          <a:xfrm>
            <a:off x="379451" y="420250"/>
            <a:ext cx="1641600" cy="5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亮點</a:t>
            </a:r>
            <a:endParaRPr sz="3000"/>
          </a:p>
        </p:txBody>
      </p:sp>
      <p:sp>
        <p:nvSpPr>
          <p:cNvPr id="108" name="Google Shape;108;p17"/>
          <p:cNvSpPr txBox="1"/>
          <p:nvPr>
            <p:ph idx="1" type="subTitle"/>
          </p:nvPr>
        </p:nvSpPr>
        <p:spPr>
          <a:xfrm>
            <a:off x="379450" y="1244875"/>
            <a:ext cx="8520600" cy="37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每筆記錄可以附加圖片</a:t>
            </a:r>
            <a:br>
              <a:rPr lang="zh-TW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還能「查看圖片」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各類別支出圓餅圖</a:t>
            </a:r>
            <a:br>
              <a:rPr lang="zh-TW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百分比顯示（100%</a:t>
            </a:r>
            <a:r>
              <a:rPr lang="zh-TW" sz="1500">
                <a:solidFill>
                  <a:schemeClr val="dk1"/>
                </a:solidFill>
              </a:rPr>
              <a:t>）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ctrTitle"/>
          </p:nvPr>
        </p:nvSpPr>
        <p:spPr>
          <a:xfrm>
            <a:off x="456925" y="61407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選擇日期</a:t>
            </a:r>
            <a:endParaRPr sz="2300"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0071" y="1375050"/>
            <a:ext cx="2261800" cy="34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ctrTitle"/>
          </p:nvPr>
        </p:nvSpPr>
        <p:spPr>
          <a:xfrm>
            <a:off x="587750" y="570950"/>
            <a:ext cx="82707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可以選擇類別，有類別維護功能，能新增刪除</a:t>
            </a:r>
            <a:endParaRPr sz="3000"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750" y="1134775"/>
            <a:ext cx="1591425" cy="400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278" y="1458538"/>
            <a:ext cx="2975775" cy="36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ctrTitle"/>
          </p:nvPr>
        </p:nvSpPr>
        <p:spPr>
          <a:xfrm>
            <a:off x="637050" y="5093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可以選擇圖片，上傳、可查看、新增</a:t>
            </a:r>
            <a:endParaRPr sz="3000"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52" y="1583300"/>
            <a:ext cx="2398950" cy="33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969" y="2069950"/>
            <a:ext cx="3736796" cy="26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ctrTitle"/>
          </p:nvPr>
        </p:nvSpPr>
        <p:spPr>
          <a:xfrm>
            <a:off x="727950" y="5648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能編輯紀錄跟刪除</a:t>
            </a:r>
            <a:endParaRPr sz="3000"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263" y="3450075"/>
            <a:ext cx="7719469" cy="155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3100" y="1193149"/>
            <a:ext cx="4511325" cy="212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ctrTitle"/>
          </p:nvPr>
        </p:nvSpPr>
        <p:spPr>
          <a:xfrm>
            <a:off x="390650" y="6079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月份總攬，趨勢圖</a:t>
            </a:r>
            <a:endParaRPr sz="3000"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1175" y="1169300"/>
            <a:ext cx="5406475" cy="14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25" y="2674750"/>
            <a:ext cx="4754599" cy="24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